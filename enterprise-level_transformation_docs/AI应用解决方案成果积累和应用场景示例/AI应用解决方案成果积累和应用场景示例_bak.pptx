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9F6E4"/>
                </a:solidFill>
                <a:latin typeface="Microsoft YaHei"/>
                <a:ea typeface="Microsoft YaHei"/>
              </a:rPr>
              <a:t>企业级 AI 应用解决方案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31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成果积累与应用场景示例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3832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</a:rPr>
              <a:t>行业场景解决方案  ·  技术实现解决方案  ·  典型应用示例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能源电力工业场景  |  大模型在线应用平台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AI 应用解决方案  ·  成果积累与应用场景示例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11480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4747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Microsoft YaHei"/>
                <a:ea typeface="Microsoft YaHei"/>
              </a:rPr>
              <a:t>汇报结构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成果积累双轨 + 应用场景示例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45920" y="2194560"/>
            <a:ext cx="822960" cy="8229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35915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A4B"/>
                </a:solidFill>
                <a:latin typeface="Microsoft YaHei"/>
                <a:ea typeface="Microsoft YaHei"/>
              </a:rPr>
              <a:t>定位与主张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我们交付什么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82880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4840" y="2194560"/>
            <a:ext cx="822960" cy="822960"/>
          </a:xfrm>
          <a:prstGeom prst="ellipse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35915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2461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A4B"/>
                </a:solidFill>
                <a:latin typeface="Microsoft YaHei"/>
                <a:ea typeface="Microsoft YaHei"/>
              </a:rPr>
              <a:t>行业场景方案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384048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总览 + 要点 + 详解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9" y="182880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23759" y="2194560"/>
            <a:ext cx="822960" cy="8229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59" y="235915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39" y="32461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A4B"/>
                </a:solidFill>
                <a:latin typeface="Microsoft YaHei"/>
                <a:ea typeface="Microsoft YaHei"/>
              </a:rPr>
              <a:t>技术实现方案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384048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底座如何支撑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3999" y="182880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12679" y="2194560"/>
            <a:ext cx="822960" cy="822960"/>
          </a:xfrm>
          <a:prstGeom prst="ellipse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79" y="235915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32461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A4B"/>
                </a:solidFill>
                <a:latin typeface="Microsoft YaHei"/>
                <a:ea typeface="Microsoft YaHei"/>
              </a:rPr>
              <a:t>应用场景示例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79" y="384048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项目落地实例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AI 应用解决方案  ·  成果积累与应用场景示例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11480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4747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Microsoft YaHei"/>
                <a:ea typeface="Microsoft YaHei"/>
              </a:rPr>
              <a:t>定位与核心主张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行业可交付 · 技术可复用 · 场景可落地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332"/>
                </a:solidFill>
                <a:latin typeface="Microsoft YaHei"/>
                <a:ea typeface="Microsoft YaHei"/>
              </a:rPr>
              <a:t>面向能源及同类工业场景，沉淀可跨行业复用的解决方案包与技术底座，并交付可落地的业务应用。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8036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80360"/>
            <a:ext cx="91440" cy="2743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行业方案可复制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39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问答、分析、现场研判、文档整理
按场景打包，换客户主要接知识与数据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88036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2880360"/>
            <a:ext cx="91440" cy="27432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技术底座可共享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749039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检索、查数、对话、编排
一次建设，多场景复用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88036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880360"/>
            <a:ext cx="91440" cy="2743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双轮驱动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749039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企业知识
+ 业务数据协同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88036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2880360"/>
            <a:ext cx="91440" cy="27432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生产可用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749039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只读查数 · 知识隔离
关键环节可人工确认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AI 应用解决方案  ·  成果积累与应用场景示例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PART 01  ·  成果积累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Microsoft YaHei"/>
                <a:ea typeface="Microsoft YaHei"/>
              </a:rPr>
              <a:t>成果总览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行业方案包 + 技术底座 + 统一交付</a:t>
            </a:r>
          </a:p>
        </p:txBody>
      </p:sp>
      <p:pic>
        <p:nvPicPr>
          <p:cNvPr id="8" name="Picture 7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44828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AI 应用解决方案  ·  成果积累与应用场景示例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PART 01  ·  成果积累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Microsoft YaHei"/>
                <a:ea typeface="Microsoft YaHei"/>
              </a:rPr>
              <a:t>行业场景解决方案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回答「业务怎么用、解决谁的问题」</a:t>
            </a:r>
          </a:p>
        </p:txBody>
      </p:sp>
      <p:pic>
        <p:nvPicPr>
          <p:cNvPr id="8" name="Picture 7" descr="indu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155680" cy="4446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AI 应用解决方案  ·  成果积累与应用场景示例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PART 01  ·  成果积累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Microsoft YaHei"/>
                <a:ea typeface="Microsoft YaHei"/>
              </a:rPr>
              <a:t>行业方案要点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通用命名：问题 → 价值（跨行业可套用）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91440" cy="2194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知识问答与数据查询一体化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5309"/>
                </a:solidFill>
                <a:latin typeface="Microsoft YaHei"/>
                <a:ea typeface="Microsoft YaHei"/>
              </a:rPr>
              <a:t>问题：资料分散、台账难查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6032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价值：统一入口问知识、查数据，支持多轮续问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32588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325880"/>
            <a:ext cx="91440" cy="219456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多源业务综合分析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5309"/>
                </a:solidFill>
                <a:latin typeface="Microsoft YaHei"/>
                <a:ea typeface="Microsoft YaHei"/>
              </a:rPr>
              <a:t>问题：分析拼数慢、格式乱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56032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价值：自动取数生成结构化分析报告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32588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80" y="1325880"/>
            <a:ext cx="91440" cy="2194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多模态现场研判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5309"/>
                </a:solidFill>
                <a:latin typeface="Microsoft YaHei"/>
                <a:ea typeface="Microsoft YaHei"/>
              </a:rPr>
              <a:t>问题：拍照后仍要回办公室查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56032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价值：图像联历史与规范，辅助现场处置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65960" y="3794760"/>
            <a:ext cx="3977639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65960" y="3794760"/>
            <a:ext cx="91440" cy="20116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395935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业务文档结构化整理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44348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5309"/>
                </a:solidFill>
                <a:latin typeface="Microsoft YaHei"/>
                <a:ea typeface="Microsoft YaHei"/>
              </a:rPr>
              <a:t>问题：人工录入慢、字段乱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484632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价值：文档自动整理为可入库标准记录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794760"/>
            <a:ext cx="3977639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3794760"/>
            <a:ext cx="91440" cy="20116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95935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作业风险行为检测与研判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4348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5309"/>
                </a:solidFill>
                <a:latin typeface="Microsoft YaHei"/>
                <a:ea typeface="Microsoft YaHei"/>
              </a:rPr>
              <a:t>问题：复杂现场误报高、难懂行为语义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84632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价值：小模型检出后，多模态大模型二次确认并分级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AI 应用解决方案  ·  成果积累与应用场景示例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PART 01  ·  行业方案详解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Microsoft YaHei"/>
                <a:ea typeface="Microsoft YaHei"/>
              </a:rPr>
              <a:t>详解①  知识问答与业务数据查询一体化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行业场景痛点 → 解决方案 → 可交付能力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58064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91440" cy="15544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2588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</a:rPr>
              <a:t>行业场景痛点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18488"/>
            <a:ext cx="5440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制度/规程/案例分散，一线翻册、找人成本高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台账统计常依赖专人写查询，响应慢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多轮追问「它 / 上次那个 / 第几点」易答偏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5806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91440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1752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3A4B"/>
                </a:solidFill>
                <a:latin typeface="Microsoft YaHei"/>
                <a:ea typeface="Microsoft YaHei"/>
              </a:rPr>
              <a:t>解决方案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10128"/>
            <a:ext cx="5440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统一入口自动分流：问知识 / 查数据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知识库检索 + 自然语言只读查数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支持指代消解、条目续问与推荐追问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80560"/>
            <a:ext cx="5806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91440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</a:rPr>
              <a:t>可交付能力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64608"/>
            <a:ext cx="5440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AI问答 · 知识库运营 · 安全只读查数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多轮会话 · 流式交互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852160"/>
            <a:ext cx="5806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本项目映射：AI问答（规程/案例 + 台账查数）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1234440"/>
            <a:ext cx="521208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etail_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488988" cy="46177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AI 应用解决方案  ·  成果积累与应用场景示例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PART 01  ·  行业方案详解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Microsoft YaHei"/>
                <a:ea typeface="Microsoft YaHei"/>
              </a:rPr>
              <a:t>详解②  多源业务综合分析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行业场景痛点 → 解决方案 → 可交付能力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58064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91440" cy="15544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2588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</a:rPr>
              <a:t>行业场景痛点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18488"/>
            <a:ext cx="5440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异常/策略/事故研判需跨系统拼数，周期长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报告格式因人而异，交接复核成本高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数据不全时易硬编，缺少缺口说明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5806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91440" cy="14173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1752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3A4B"/>
                </a:solidFill>
                <a:latin typeface="Microsoft YaHei"/>
                <a:ea typeface="Microsoft YaHei"/>
              </a:rPr>
              <a:t>解决方案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10128"/>
            <a:ext cx="5440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按专题配置取数计划与报告模板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多维数据与知识并行获取 + 质量门控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输出结构化报告（含溯源类模板）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80560"/>
            <a:ext cx="5806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91440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</a:rPr>
              <a:t>可交付能力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64608"/>
            <a:ext cx="5440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可配置专题分析服务 · 并行取数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质量门控 · 结构化报告生成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852160"/>
            <a:ext cx="5806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本项目映射：超温 / 检修策略 / 四管健康 / 泄爆溯源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1234440"/>
            <a:ext cx="521208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etail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488988" cy="46177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AI 应用解决方案  ·  成果积累与应用场景示例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PART 01  ·  行业方案详解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Microsoft YaHei"/>
                <a:ea typeface="Microsoft YaHei"/>
              </a:rPr>
              <a:t>详解③  多模态现场研判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行业场景痛点 → 解决方案 → 可交付能力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58064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91440" cy="15544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2588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</a:rPr>
              <a:t>行业场景痛点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18488"/>
            <a:ext cx="5440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现场拍照后仍要回办公室查历史与规范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图像、历史数据、规程知识彼此割裂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对象/范围不清时全自动硬推易误判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5806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91440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1752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3A4B"/>
                </a:solidFill>
                <a:latin typeface="Microsoft YaHei"/>
                <a:ea typeface="Microsoft YaHei"/>
              </a:rPr>
              <a:t>解决方案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10128"/>
            <a:ext cx="5440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视觉研判 ‖ 历史取数 ‖ 规范检索并行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合成研判与处置建议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关键处可人工确认后再续跑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80560"/>
            <a:ext cx="5806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91440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</a:rPr>
              <a:t>可交付能力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64608"/>
            <a:ext cx="5440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图片预处理 · 多模态研判 · 历史联动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知识检索 · 人机确认续跑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852160"/>
            <a:ext cx="5806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本项目映射：看图诊断（缺陷识别 / 泄爆辅助）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1234440"/>
            <a:ext cx="521208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etail_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488988" cy="46177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AI 应用解决方案  ·  成果积累与应用场景示例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PART 01  ·  行业方案详解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Microsoft YaHei"/>
                <a:ea typeface="Microsoft YaHei"/>
              </a:rPr>
              <a:t>详解④  业务文档结构化整理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行业场景痛点 → 解决方案 → 可交付能力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58064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91440" cy="15544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2588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</a:rPr>
              <a:t>行业场景痛点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18488"/>
            <a:ext cx="5440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Word/PDF 报告人工录入耗时长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字段口径不统一，难入库、难统计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扫描件与复杂表格抄录易错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5806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91440" cy="14173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1752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3A4B"/>
                </a:solidFill>
                <a:latin typeface="Microsoft YaHei"/>
                <a:ea typeface="Microsoft YaHei"/>
              </a:rPr>
              <a:t>解决方案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10128"/>
            <a:ext cx="5440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长文档解析分块 → 多阶段智能抽取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输出标准业务记录（支持扫描件/复杂表）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结果可复核后入库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80560"/>
            <a:ext cx="5806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91440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</a:rPr>
              <a:t>可交付能力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64608"/>
            <a:ext cx="5440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异步文档处理 · 分块并行抽取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结构化校验输出 · 任务状态与入库衔接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852160"/>
            <a:ext cx="5806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本项目映射：检修报告结构化提取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1234440"/>
            <a:ext cx="521208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etail_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488988" cy="46177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AI 应用解决方案  ·  成果积累与应用场景示例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PART 01  ·  行业方案详解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Microsoft YaHei"/>
                <a:ea typeface="Microsoft YaHei"/>
              </a:rPr>
              <a:t>详解⑤  作业风险行为检测与研判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行业场景痛点 → 解决方案 → 可交付能力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58064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91440" cy="15544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2588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</a:rPr>
              <a:t>行业场景痛点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18488"/>
            <a:ext cx="5440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专业小模型易误报，告警噪音大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人—设备—环境关系与行为语义难判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风险分级高度依赖人工复核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5806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91440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1752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3A4B"/>
                </a:solidFill>
                <a:latin typeface="Microsoft YaHei"/>
                <a:ea typeface="Microsoft YaHei"/>
              </a:rPr>
              <a:t>解决方案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10128"/>
            <a:ext cx="5440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小模型先做目标检测并上送疑似画面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多模态大模型二次风险行为检测与研判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确认真伪并自动分级，回写预警链路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80560"/>
            <a:ext cx="5806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91440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</a:rPr>
              <a:t>可交付能力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64608"/>
            <a:ext cx="5440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小模型接入 · 疑似风险上送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· 大模型二次研判 · 风险自动分级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852160"/>
            <a:ext cx="5806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本项目映射：安全生产准实时风险研判（大小模型协同）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1234440"/>
            <a:ext cx="521208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etail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488988" cy="46177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AI 应用解决方案  ·  成果积累与应用场景示例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PART 01  ·  行业方案详解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Microsoft YaHei"/>
                <a:ea typeface="Microsoft YaHei"/>
              </a:rPr>
              <a:t>行业场景痛点 → 方案 → 交付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一眼看清我们针对各类场景能提供什么</a:t>
            </a:r>
          </a:p>
        </p:txBody>
      </p:sp>
      <p:pic>
        <p:nvPicPr>
          <p:cNvPr id="8" name="Picture 7" descr="sol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11338560" cy="47037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AI 应用解决方案  ·  成果积累与应用场景示例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PART 01  ·  成果积累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Microsoft YaHei"/>
                <a:ea typeface="Microsoft YaHei"/>
              </a:rPr>
              <a:t>技术实现解决方案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回答「怎么做、如何一次建设多处复用」</a:t>
            </a:r>
          </a:p>
        </p:txBody>
      </p:sp>
      <p:pic>
        <p:nvPicPr>
          <p:cNvPr id="8" name="Picture 7" descr="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155680" cy="4148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AI 应用解决方案  ·  成果积累与应用场景示例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PART 01  ·  成果积累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Microsoft YaHei"/>
                <a:ea typeface="Microsoft YaHei"/>
              </a:rPr>
              <a:t>关键技术能力（精选）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支撑行业方案落地的差异化能力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2148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645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719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286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3A4B"/>
                </a:solidFill>
                <a:latin typeface="Microsoft YaHei"/>
                <a:ea typeface="Microsoft YaHei"/>
              </a:rPr>
              <a:t>上下文指代理解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43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Microsoft YaHei"/>
                <a:ea typeface="Microsoft YaHei"/>
              </a:rPr>
              <a:t>听懂「它 / 上次那个」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1417320"/>
            <a:ext cx="2148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0" y="1645920"/>
            <a:ext cx="502920" cy="502920"/>
          </a:xfrm>
          <a:prstGeom prst="ellipse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719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0088" y="2286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3A4B"/>
                </a:solidFill>
                <a:latin typeface="Microsoft YaHei"/>
                <a:ea typeface="Microsoft YaHei"/>
              </a:rPr>
              <a:t>章节大纲续问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2743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Microsoft YaHei"/>
                <a:ea typeface="Microsoft YaHei"/>
              </a:rPr>
              <a:t>支持「上面第 N 点」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60" y="1417320"/>
            <a:ext cx="2148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0" y="1645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1719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2286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3A4B"/>
                </a:solidFill>
                <a:latin typeface="Microsoft YaHei"/>
                <a:ea typeface="Microsoft YaHei"/>
              </a:rPr>
              <a:t>滑动窗口知识切分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2743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Microsoft YaHei"/>
                <a:ea typeface="Microsoft YaHei"/>
              </a:rPr>
              <a:t>长规程少漏答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1417320"/>
            <a:ext cx="2148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719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2088" y="2286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3A4B"/>
                </a:solidFill>
                <a:latin typeface="Microsoft YaHei"/>
                <a:ea typeface="Microsoft YaHei"/>
              </a:rPr>
              <a:t>图文关联检索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2088" y="2743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Microsoft YaHei"/>
                <a:ea typeface="Microsoft YaHei"/>
              </a:rPr>
              <a:t>问文字可带出附图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38360" y="1417320"/>
            <a:ext cx="2148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0" y="1645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0" y="1719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48088" y="2286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3A4B"/>
                </a:solidFill>
                <a:latin typeface="Microsoft YaHei"/>
                <a:ea typeface="Microsoft YaHei"/>
              </a:rPr>
              <a:t>查数双闭环修正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8088" y="2743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Microsoft YaHei"/>
                <a:ea typeface="Microsoft YaHei"/>
              </a:rPr>
              <a:t>写错可改且安全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3703320"/>
            <a:ext cx="2148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71600" y="3931920"/>
            <a:ext cx="502920" cy="502920"/>
          </a:xfrm>
          <a:prstGeom prst="ellipse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71600" y="4005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" y="4572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3A4B"/>
                </a:solidFill>
                <a:latin typeface="Microsoft YaHei"/>
                <a:ea typeface="Microsoft YaHei"/>
              </a:rPr>
              <a:t>检索质量闭环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" y="5029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Microsoft YaHei"/>
                <a:ea typeface="Microsoft YaHei"/>
              </a:rPr>
              <a:t>资料不够不硬答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80360" y="3703320"/>
            <a:ext cx="2148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657600" y="3931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0" y="4005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90088" y="4572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3A4B"/>
                </a:solidFill>
                <a:latin typeface="Microsoft YaHei"/>
                <a:ea typeface="Microsoft YaHei"/>
              </a:rPr>
              <a:t>分析并行 + 质量门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90088" y="5029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Microsoft YaHei"/>
                <a:ea typeface="Microsoft YaHei"/>
              </a:rPr>
              <a:t>多维取数不瞎编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66360" y="3703320"/>
            <a:ext cx="2148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43600" y="3931920"/>
            <a:ext cx="502920" cy="502920"/>
          </a:xfrm>
          <a:prstGeom prst="ellipse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4005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76088" y="4572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3A4B"/>
                </a:solidFill>
                <a:latin typeface="Microsoft YaHei"/>
                <a:ea typeface="Microsoft YaHei"/>
              </a:rPr>
              <a:t>看图多路 + 人工确认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76088" y="5029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Microsoft YaHei"/>
                <a:ea typeface="Microsoft YaHei"/>
              </a:rPr>
              <a:t>看图联历史与规程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52360" y="3703320"/>
            <a:ext cx="2148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229600" y="3931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0" y="4005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62088" y="4572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3A4B"/>
                </a:solidFill>
                <a:latin typeface="Microsoft YaHei"/>
                <a:ea typeface="Microsoft YaHei"/>
              </a:rPr>
              <a:t>检修分块并行抽取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62088" y="5029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Microsoft YaHei"/>
                <a:ea typeface="Microsoft YaHei"/>
              </a:rPr>
              <a:t>长报告变标准台账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38360" y="3703320"/>
            <a:ext cx="2148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515600" y="3931920"/>
            <a:ext cx="502920" cy="502920"/>
          </a:xfrm>
          <a:prstGeom prst="ellipse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15600" y="4005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48088" y="4572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3A4B"/>
                </a:solidFill>
                <a:latin typeface="Microsoft YaHei"/>
                <a:ea typeface="Microsoft YaHei"/>
              </a:rPr>
              <a:t>小模型+大模型二次研判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48088" y="5029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Microsoft YaHei"/>
                <a:ea typeface="Microsoft YaHei"/>
              </a:rPr>
              <a:t>检出后语义确认降误报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AI 应用解决方案  ·  成果积累与应用场景示例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PART 01  ·  成果积累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Microsoft YaHei"/>
                <a:ea typeface="Microsoft YaHei"/>
              </a:rPr>
              <a:t>关键技术简要说明（1/2）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能力 01～05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527048"/>
            <a:ext cx="640080" cy="4572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43560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上下文指代理解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45389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听懂「它 / 上次那个」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76479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多轮对话中弱指代仍能对应到正确设备与话题，减少答非所问。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28600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2487168"/>
            <a:ext cx="640080" cy="457200"/>
          </a:xfrm>
          <a:prstGeom prst="round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5603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395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章节大纲续问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41401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支持「上面第 N 点」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72491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自动记住回答要点，用户可按条目继续追问，不必整段重说。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24612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3447288"/>
            <a:ext cx="640080" cy="4572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520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35584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滑动窗口知识切分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37413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长规程少漏答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6850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知识切分时保留前后衔接，降低答案落在切缝导致的遗漏。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20624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4407408"/>
            <a:ext cx="640080" cy="457200"/>
          </a:xfrm>
          <a:prstGeom prst="round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4805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43159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图文关联检索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433425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问文字可带出附图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464515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文字与图片一起管理，问到相关内容时可带出附图依据。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16636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77240" y="5367528"/>
            <a:ext cx="640080" cy="4572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4406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27608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查数双闭环修正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529437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写错可改且安全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560527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查数语句校验或执行失败可自动修正，且始终保持只读安全边界。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AI 应用解决方案  ·  成果积累与应用场景示例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PART 01  ·  成果积累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Microsoft YaHei"/>
                <a:ea typeface="Microsoft YaHei"/>
              </a:rPr>
              <a:t>关键技术简要说明（2/2）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能力 06～10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527048"/>
            <a:ext cx="640080" cy="4572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43560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检索质量闭环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45389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资料不够不硬答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76479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资料不足时重试或先问清楚，避免在低质量依据上硬给结论。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28600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2487168"/>
            <a:ext cx="640080" cy="457200"/>
          </a:xfrm>
          <a:prstGeom prst="round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5603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395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分析并行 + 质量门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41401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多维取数不瞎编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72491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多路数据一起取；数据不够则说明缺口，不编造结论。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24612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3447288"/>
            <a:ext cx="640080" cy="4572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520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35584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看图多路 + 人工确认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37413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看图联历史与规程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6850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看图、查历史、查规程并行合成；范围不清时可人工确认。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20624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4407408"/>
            <a:ext cx="640080" cy="457200"/>
          </a:xfrm>
          <a:prstGeom prst="round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4805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43159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检修分块并行抽取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433425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长报告变标准台账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464515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长检修报告分块多阶段抽取，输出可入库的标准缺陷记录。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16636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77240" y="5367528"/>
            <a:ext cx="640080" cy="4572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4406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27608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小模型+大模型二次研判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529437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检出后语义确认降误报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560527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专业小模型给出目标检测结果与图像，多模态大模型做风险行为二次检测与研判并分级。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AI 应用解决方案  ·  成果积累与应用场景示例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377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9F6E4"/>
                </a:solidFill>
                <a:latin typeface="Microsoft YaHei"/>
                <a:ea typeface="Microsoft YaHei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880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应用场景示例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794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FBF1"/>
                </a:solidFill>
                <a:latin typeface="Microsoft YaHei"/>
                <a:ea typeface="Microsoft YaHei"/>
              </a:rPr>
              <a:t>当前项目已落地的典型业务场景与效果描述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AI 应用解决方案  ·  成果积累与应用场景示例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PART 02  ·  应用场景示例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Microsoft YaHei"/>
                <a:ea typeface="Microsoft YaHei"/>
              </a:rPr>
              <a:t>场景全景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按日常问询 / 分析研判 / 现场与文档归集</a:t>
            </a:r>
          </a:p>
        </p:txBody>
      </p:sp>
      <p:pic>
        <p:nvPicPr>
          <p:cNvPr id="8" name="Picture 7" descr="sce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11155680" cy="43331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AI 应用解决方案  ·  成果积累与应用场景示例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PART 02  ·  应用场景示例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Microsoft YaHei"/>
                <a:ea typeface="Microsoft YaHei"/>
              </a:rPr>
              <a:t>典型场景与效果（项目实例）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通用方案在电力项目中的落地示例，后续可配截图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91440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Microsoft YaHei"/>
                <a:ea typeface="Microsoft YaHei"/>
              </a:rPr>
              <a:t>AI问答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对应：知识问答与数据查询一体化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少翻册、少找人；支持「它 / 第几点」续问。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371600"/>
            <a:ext cx="91440" cy="21488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Microsoft YaHei"/>
                <a:ea typeface="Microsoft YaHei"/>
              </a:rPr>
              <a:t>超温 / 专项分析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对应：多源业务综合分析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423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缩短初判与起稿时间；结构统一、缺口可说明。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37160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80" y="1371600"/>
            <a:ext cx="91440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Microsoft YaHei"/>
                <a:ea typeface="Microsoft YaHei"/>
              </a:rPr>
              <a:t>看图诊断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对应：多模态现场研判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423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现场辅助研判；范围不清可人工确认。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749039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3749039"/>
            <a:ext cx="91440" cy="21488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9319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Microsoft YaHei"/>
                <a:ea typeface="Microsoft YaHei"/>
              </a:rPr>
              <a:t>检修报告提取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297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对应：业务文档结构化整理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80059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录入由抄录转为复核，便于入库。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749039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3749039"/>
            <a:ext cx="91440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39319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Microsoft YaHei"/>
                <a:ea typeface="Microsoft YaHei"/>
              </a:rPr>
              <a:t>泄爆溯源分析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297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对应：多源业务综合分析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80059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事故调查有规范草稿起步，便于讨论复核。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80" y="3749039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83880" y="3749039"/>
            <a:ext cx="91440" cy="21488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39319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Microsoft YaHei"/>
                <a:ea typeface="Microsoft YaHei"/>
              </a:rPr>
              <a:t>风险行为研判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297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对应：作业风险行为检测与研判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80059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降低误报；理解作业语义；支持风险自动分级。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AI 应用解决方案  ·  成果积累与应用场景示例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收束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Microsoft YaHei"/>
                <a:ea typeface="Microsoft YaHei"/>
              </a:rPr>
              <a:t>共性价值与下一步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提效 · 提质 · 可控 · 可复制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64922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91440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提效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5544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问规程、查台账、写分析初稿、录缺陷——开口驱动系统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468880"/>
            <a:ext cx="64922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468880"/>
            <a:ext cx="91440" cy="9601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06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提质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65176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回答有依据，报告结构统一，减少随意表述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566160"/>
            <a:ext cx="64922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566160"/>
            <a:ext cx="91440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可控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74904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资料不足会说明；关键环节可确认；查数只读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663440"/>
            <a:ext cx="64922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663440"/>
            <a:ext cx="91440" cy="9601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00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可复制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84632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换知识、接数据后，可推广到同类行业/客户场景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1371600"/>
            <a:ext cx="429768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1600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4B"/>
                </a:solidFill>
                <a:latin typeface="Microsoft YaHei"/>
                <a:ea typeface="Microsoft YaHei"/>
              </a:rPr>
              <a:t>建议下一步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219456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2332"/>
                </a:solidFill>
                <a:latin typeface="Microsoft YaHei"/>
                <a:ea typeface="Microsoft YaHei"/>
              </a:rPr>
              <a:t>1.  选 1～2 个高频场景先用起来</a:t>
            </a:r>
          </a:p>
          <a:p>
            <a:pPr>
              <a:spcBef>
                <a:spcPts val="1400"/>
              </a:spcBef>
            </a:pPr>
            <a:r>
              <a:rPr sz="1300" b="0">
                <a:solidFill>
                  <a:srgbClr val="1A2332"/>
                </a:solidFill>
                <a:latin typeface="Microsoft YaHei"/>
                <a:ea typeface="Microsoft YaHei"/>
              </a:rPr>
              <a:t>2.  持续补齐本厂规程与案例</a:t>
            </a:r>
          </a:p>
          <a:p>
            <a:pPr>
              <a:spcBef>
                <a:spcPts val="1400"/>
              </a:spcBef>
            </a:pPr>
            <a:r>
              <a:rPr sz="1300" b="0">
                <a:solidFill>
                  <a:srgbClr val="1A2332"/>
                </a:solidFill>
                <a:latin typeface="Microsoft YaHei"/>
                <a:ea typeface="Microsoft YaHei"/>
              </a:rPr>
              <a:t>3.  对接真实台账（只读）</a:t>
            </a:r>
          </a:p>
          <a:p>
            <a:pPr>
              <a:spcBef>
                <a:spcPts val="1400"/>
              </a:spcBef>
            </a:pPr>
            <a:r>
              <a:rPr sz="1300" b="0">
                <a:solidFill>
                  <a:srgbClr val="1A2332"/>
                </a:solidFill>
                <a:latin typeface="Microsoft YaHei"/>
                <a:ea typeface="Microsoft YaHei"/>
              </a:rPr>
              <a:t>4.  补齐演示截图与短视频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AI 应用解决方案  ·  成果积累与应用场景示例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