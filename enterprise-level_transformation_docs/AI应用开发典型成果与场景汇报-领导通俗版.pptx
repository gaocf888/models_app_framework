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Microsoft YaHei"/>
                <a:ea typeface="Microsoft YaHei"/>
              </a:rPr>
              <a:t>面向业务领导 · 通俗版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AI 应用：问题与解决方案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</a:rPr>
              <a:t>我们解决了什么现场问题，又带来了哪些可用能力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能源电力工业场景  |  少用术语、多讲业务价值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今天讲什么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三条线看懂成果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现场有哪些痛点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先对齐问题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9456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我们怎么解决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能力对应办法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能用在哪些场景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效果怎么体现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82880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12679" y="219456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79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246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和其他 AI 有何不同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3840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为何值得用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现场常见问题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先看业务侧真正卡住的地方</a:t>
            </a:r>
          </a:p>
        </p:txBody>
      </p:sp>
      <p:pic>
        <p:nvPicPr>
          <p:cNvPr id="8" name="Picture 7" descr="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148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解决方案总览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我们交付了什么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一句话：把「能问、能查、能分析、能整理」做成可用系统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74320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2332"/>
                </a:solidFill>
                <a:latin typeface="Microsoft YaHei"/>
                <a:ea typeface="Microsoft YaHei"/>
              </a:rPr>
              <a:t>规程、案例、操作要点
开口就能问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82880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828800"/>
            <a:ext cx="2743200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能查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2332"/>
                </a:solidFill>
                <a:latin typeface="Microsoft YaHei"/>
                <a:ea typeface="Microsoft YaHei"/>
              </a:rPr>
              <a:t>台账、测点、缺陷记录
用说话直接查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74320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能分析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2332"/>
                </a:solidFill>
                <a:latin typeface="Microsoft YaHei"/>
                <a:ea typeface="Microsoft YaHei"/>
              </a:rPr>
              <a:t>超温、泄爆、检修策略等
自动形成分析初稿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182880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1828800"/>
            <a:ext cx="2743200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能整理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2332"/>
                </a:solidFill>
                <a:latin typeface="Microsoft YaHei"/>
                <a:ea typeface="Microsoft YaHei"/>
              </a:rPr>
              <a:t>检修报告自动整理
变成标准记录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解决方案总览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解决思路：四条原则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不堆功能，先保证业务用得上、用得稳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72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81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统一入口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459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问答、查数、分析共用一套系统，避免每个项目另起炉灶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109728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79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有依据再答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74320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尽量先找厂内资料和数据，减少「凭感觉回答」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109728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76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拿不准可确认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404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关键信息不确定时，可先请人确认再继续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5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59"/>
            <a:ext cx="109728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7375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可复制推广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37759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换厂、换专题，主要通过配置调整，而不是重做一遍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解决方案明细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典型问题与解决办法（1/2）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对应平台已沉淀的核心能力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3619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对话里说「它」「上次那个」，系统经常听不懂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3619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5361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让系统能跟上对话上下文，听懂指代再回答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402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2402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49631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32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96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想继续问「上面第 3 点」，又得把问题重说一遍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9631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532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96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自动记住回答要点，支持按条目接着问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004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32004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45643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930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456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长规程切碎后，答案经常漏掉关键段落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5643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930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456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切分资料时保留前后衔接，降低漏答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1605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2200" y="41605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41655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416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问到文字内容，相关图纸/附图对不上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41655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4531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416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文字与图片一起管理，问到内容可带出附图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06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72200" y="51206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537667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13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376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查台账要找人写查询，错了还要反复改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37667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413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376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用普通话查数；写错了可自动修正，且只读不改库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解决方案明细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典型问题与解决办法（2/2）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对应平台已沉淀的核心能力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3619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资料不够时，系统仍硬给出一个答案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3619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5361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资料不足就再找、或先问清楚，不硬答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402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24028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49631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32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96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做分析要到处拉数据，数据不全还硬写结论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9631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532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96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多路数据一起取；不够就说明缺口，不瞎编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004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320040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45643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930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456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现场拍了照，还要回办公室查历史和规程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5643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930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456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看图 + 查历史 + 查规程一起做；拿不准可人工确认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1605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2200" y="416052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41655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416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检修报告靠人工录入，慢且格式不统一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41655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4531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416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长报告自动拆开整理，变成可入库的标准记录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06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72200" y="51206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5376672"/>
            <a:ext cx="64008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13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376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每换一个业务，又要重新搭一套说法和模板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376672"/>
            <a:ext cx="640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413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办法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376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Microsoft YaHei"/>
                <a:ea typeface="Microsoft YaHei"/>
              </a:rPr>
              <a:t>问答口径与报告模板可配置管理，便于推广复用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场景与效果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已经能用在哪些地方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按日常工作入口归集</a:t>
            </a:r>
          </a:p>
        </p:txBody>
      </p:sp>
      <p:pic>
        <p:nvPicPr>
          <p:cNvPr id="8" name="Picture 7" descr="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333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场景与效果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核心场景与效果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效果先用文字说明，后续可补截图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AI问答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规程问答 + 台账查数一口完成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少翻册、少找人；统计类问题不必再等查询结果。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超温 / 专项分析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自动拉数并形成分析初稿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缩短事故/异常初判时间；报告结构更统一。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看图诊断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现场拍照就能辅助研判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边看图边对照历史与规程；拿不准可先确认再继续。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检修报告整理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Word/PDF 自动变成标准记录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录入从「逐页抄」变成「上传后复核」，格式更统一。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泄爆原因分析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按方向梳理原因与防控建议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事故调查起步更快，有规范草稿可讨论。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知识资料管理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规程案例统一入库可问可用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资料不再散落；问答和分析都有依据可依。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差异说明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和其他「聊天 AI」有何不同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同样是 AI，但更贴近电厂日常工作</a:t>
            </a:r>
          </a:p>
        </p:txBody>
      </p:sp>
      <p:pic>
        <p:nvPicPr>
          <p:cNvPr id="8" name="Picture 7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0" cy="4052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希望带来的变化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提效 · 提质 · 可控 · 可推广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39496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提效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问规程、查台账、写分析初稿、录缺陷，从「人找系统」变成「开口驱动系统」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94960" cy="6400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提质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回答尽量有资料依据，报告结构更规范，减少「拍脑袋」表述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539496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221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资料不足会说明；关键环节可人工确认；查询只读，不改业务库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657600"/>
            <a:ext cx="5394960" cy="6400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8221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可推广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262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同一套能力换知识、接数据后，可复制到同类电厂或场景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建议下一步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先抓高频场景，再逐步铺开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544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选 1～2 个高频场景先用起来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20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例如 AI问答、超温分析或检修报告整理，先形成可感知效果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517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把本厂规程与案例持续补齐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017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资料越完整，回答越有依据，越少「答不上来」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490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对接真实台账数据（只读）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让「用说话查数」真正落到日常工作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5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937759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19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46319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补齐演示截图与短视频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212079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便于对内汇报、对外交流时直观展示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AI 应用成果汇报  ·  领导通俗版（问题与解决方案）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